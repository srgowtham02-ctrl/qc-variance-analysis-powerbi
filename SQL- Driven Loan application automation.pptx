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000" dirty="0"/>
              <a:t>SQL- Driven Loan application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midhun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chakravarthi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          Introduction to </a:t>
            </a:r>
            <a:r>
              <a:rPr lang="en-US" dirty="0" err="1"/>
              <a:t>sql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E7962-E291-54F8-4B69-4B14925E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SQL (structured query language) is a standard programming language designed for managing</a:t>
            </a:r>
          </a:p>
          <a:p>
            <a:pPr marL="292608" lvl="1" indent="0">
              <a:buNone/>
            </a:pPr>
            <a:r>
              <a:rPr lang="en-IN" sz="1600" dirty="0"/>
              <a:t>and </a:t>
            </a:r>
            <a:r>
              <a:rPr lang="en-IN" dirty="0"/>
              <a:t>manipulating relational </a:t>
            </a:r>
            <a:r>
              <a:rPr lang="en-IN" dirty="0" err="1"/>
              <a:t>database.It</a:t>
            </a:r>
            <a:r>
              <a:rPr lang="en-IN" dirty="0"/>
              <a:t> is used to perform tasks such as querying data, updating records, inserting new data, and deleting existing data in a database.</a:t>
            </a:r>
          </a:p>
          <a:p>
            <a:pPr marL="292608" lvl="1" indent="0">
              <a:buNone/>
            </a:pPr>
            <a:r>
              <a:rPr lang="en-IN" dirty="0"/>
              <a:t>Key features of SQL: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IN" dirty="0"/>
              <a:t>Data retrieval: SQL allows users to query database using the SELECT statement to retrieve specific data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IN" dirty="0"/>
              <a:t>Data manipulation: SQL enables operations like inserting (INSERT),updating (UPDATE),and deleting</a:t>
            </a:r>
          </a:p>
          <a:p>
            <a:pPr marL="292608" lvl="1" indent="0">
              <a:buNone/>
            </a:pPr>
            <a:r>
              <a:rPr lang="en-IN" dirty="0"/>
              <a:t>(DELETE) records.</a:t>
            </a:r>
          </a:p>
          <a:p>
            <a:pPr marL="292608" lvl="1" indent="0">
              <a:buNone/>
            </a:pPr>
            <a:r>
              <a:rPr lang="en-IN" dirty="0"/>
              <a:t>3.Data Definition: SQL provides commands like CREATE , ALTER , and ‘DROP’.</a:t>
            </a:r>
          </a:p>
          <a:p>
            <a:pPr marL="292608" lvl="1" indent="0">
              <a:buNone/>
            </a:pPr>
            <a:r>
              <a:rPr lang="en-IN" dirty="0"/>
              <a:t>4.Data Control: ensure access to the data (grant and revoke)</a:t>
            </a:r>
          </a:p>
          <a:p>
            <a:pPr marL="292608" lvl="1" indent="0">
              <a:buNone/>
            </a:pPr>
            <a:r>
              <a:rPr lang="en-IN" dirty="0"/>
              <a:t>5.Transaction control: ensure data integrity using(begin , commit , rollback). </a:t>
            </a:r>
          </a:p>
          <a:p>
            <a:pPr marL="292608" lvl="1" indent="0">
              <a:buNone/>
            </a:pPr>
            <a:endParaRPr lang="en-IN" dirty="0"/>
          </a:p>
          <a:p>
            <a:pPr marL="292608" lvl="1" indent="0">
              <a:buNone/>
            </a:pPr>
            <a:endParaRPr lang="en-IN" dirty="0"/>
          </a:p>
          <a:p>
            <a:pPr marL="292608" lvl="1" indent="0">
              <a:buNone/>
            </a:pPr>
            <a:endParaRPr lang="en-IN" dirty="0"/>
          </a:p>
          <a:p>
            <a:pPr marL="292608" lvl="1" indent="0">
              <a:buNone/>
            </a:pPr>
            <a:endParaRPr lang="en-IN" dirty="0"/>
          </a:p>
          <a:p>
            <a:pPr marL="292608" lvl="1" indent="0"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3945-1F0C-FF52-4AFC-CF331286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Introduction to MYSQL WORKBENCH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F65D-9EA0-7C91-E1C4-B50E4052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MYSQL workbench is a powerful graphical tool for managing MYSQL databases. It allows you to design , develop, and administer databases with features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SQL query development and execution.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design using visual ER diagrams.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management , backups and sever configuration.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migration between different databases.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and performance tuning.`</a:t>
            </a:r>
          </a:p>
        </p:txBody>
      </p:sp>
    </p:spTree>
    <p:extLst>
      <p:ext uri="{BB962C8B-B14F-4D97-AF65-F5344CB8AC3E}">
        <p14:creationId xmlns:p14="http://schemas.microsoft.com/office/powerpoint/2010/main" val="275851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9BEE-F13B-4B4D-55A4-80B33B4C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304E2-F673-996D-91B3-079B58745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THIS project aims to </a:t>
            </a:r>
            <a:r>
              <a:rPr lang="en-IN" dirty="0" err="1"/>
              <a:t>analyze</a:t>
            </a:r>
            <a:r>
              <a:rPr lang="en-IN" dirty="0"/>
              <a:t> customer income and loan status using a structured SQL based system. The goal is to develop a database that efficiently stores and processes customer loan financial details, such as income levels , loan amounts , and credit (CIBIL) scores . through SQL queries and procedures, the project classifies customers by income, calculates monthly and yearly interest , and assesses loan eligibility based on CIBIL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income classification : organizing customers based on income and property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Loan status management: handling loan amounts , terms, and credit score evaluations.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Triggers and procedures: automating updates to loan status  and credit risk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insights : </a:t>
            </a:r>
            <a:r>
              <a:rPr lang="en-IN" dirty="0" err="1"/>
              <a:t>analyzing</a:t>
            </a:r>
            <a:r>
              <a:rPr lang="en-IN" dirty="0"/>
              <a:t> customer segments , loan performance and interests </a:t>
            </a:r>
            <a:r>
              <a:rPr lang="en-IN" dirty="0" err="1"/>
              <a:t>calcuations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87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223B-3581-1BEA-6959-E470902F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6FF3-8BC6-BFE4-3CC5-DFE1E8172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IN" dirty="0"/>
              <a:t>Manage and process customer loan application data efficiently.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Automate loan application validation using SQL triggers .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Categorize customers based on income, loan status , and CIBIL score.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Generate insights such as high-value customers and high CIBIL score customers.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Streamline data retrieval and improve decision-making for loan approvals.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Ensure data accuracy through the use of SQL commands , joins, and stored procedures.</a:t>
            </a:r>
          </a:p>
        </p:txBody>
      </p:sp>
    </p:spTree>
    <p:extLst>
      <p:ext uri="{BB962C8B-B14F-4D97-AF65-F5344CB8AC3E}">
        <p14:creationId xmlns:p14="http://schemas.microsoft.com/office/powerpoint/2010/main" val="272945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7AC9-B91B-9B47-961C-A41FCB30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Tables used 1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2878EE2E-5D4F-E162-80EA-237A27110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-272531"/>
            <a:ext cx="3655485" cy="3760788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A6C46A-A4A4-3E52-2450-4249249DD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325" y="3655887"/>
            <a:ext cx="6203218" cy="20194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D0D240E-40A2-508A-FEA6-B60795A05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386" y="2253735"/>
            <a:ext cx="3627434" cy="10668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6909761-B2B9-A9FC-1B22-14E360A1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" y="5675362"/>
            <a:ext cx="12161520" cy="6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3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9030-74D4-DD69-EF27-6543420F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Tables used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52AE64-DB66-FA2E-D7E8-688B22B37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144" y="3154841"/>
            <a:ext cx="10058400" cy="5483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0F8B6-7B5D-DE51-35E4-DD2B770C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804" y="4468741"/>
            <a:ext cx="4618120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4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E26D-F9A3-5D76-D154-F9755D2D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2"/>
            <a:ext cx="10058400" cy="70230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Customers income and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E81B3-137A-C884-4DDF-1454E2A71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7625"/>
            <a:ext cx="10058400" cy="44933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sz="1000" dirty="0"/>
              <a:t>Setting customer criteria based on income: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000" dirty="0"/>
              <a:t>     A new table was created to categorize customers into income –based classes: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Grade A:customers with an income greater than 15,000.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Grade B:customers with an income between 9,000 and 15,000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Middle-class : customers with an income below 5,000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Low-class: customers with an income below 5,000.</a:t>
            </a:r>
          </a:p>
          <a:p>
            <a:pPr marL="0" indent="0">
              <a:buNone/>
            </a:pPr>
            <a:r>
              <a:rPr lang="en-IN" sz="1000" dirty="0"/>
              <a:t> this classification helps in </a:t>
            </a:r>
            <a:r>
              <a:rPr lang="en-IN" sz="1000" dirty="0" err="1"/>
              <a:t>analyzing</a:t>
            </a:r>
            <a:r>
              <a:rPr lang="en-IN" sz="1000" dirty="0"/>
              <a:t> and prioritizing customers based on their financial status.</a:t>
            </a:r>
          </a:p>
          <a:p>
            <a:pPr marL="0" indent="0">
              <a:buNone/>
            </a:pPr>
            <a:r>
              <a:rPr lang="en-IN" sz="1000" dirty="0"/>
              <a:t>2. Applying interest rate based on income and region: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00" dirty="0"/>
              <a:t>Monthly interest rates were assigned to customers based on their income and geographical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 For income&lt; 5,000,rural, semi-rural , urban on area had different rates.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000" dirty="0"/>
              <a:t>Set a default interest rate for other cases.</a:t>
            </a:r>
          </a:p>
          <a:p>
            <a:pPr marL="0" indent="0">
              <a:buNone/>
            </a:pPr>
            <a:r>
              <a:rPr lang="en-IN" sz="1000" dirty="0"/>
              <a:t>This step ensured that interest rates were tailored to the financial standing and location of the cost adding a dynamic element to loan processing.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916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1579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{16B188DB-D4D1-46B7-BC27-1609F82D448A}tf33845126_win32</Template>
  <TotalTime>414</TotalTime>
  <Words>584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Courier New</vt:lpstr>
      <vt:lpstr>Franklin Gothic Book</vt:lpstr>
      <vt:lpstr>Wingdings</vt:lpstr>
      <vt:lpstr>1_RetrospectVTI</vt:lpstr>
      <vt:lpstr>SQL- Driven Loan application automation</vt:lpstr>
      <vt:lpstr>          Introduction to sql </vt:lpstr>
      <vt:lpstr>Introduction to MYSQL WORKBENCH</vt:lpstr>
      <vt:lpstr>INTRODUCTION TO THE PROJECT</vt:lpstr>
      <vt:lpstr>Purpose of the project</vt:lpstr>
      <vt:lpstr>Tables used 1</vt:lpstr>
      <vt:lpstr>Tables used 2</vt:lpstr>
      <vt:lpstr>Customers income and region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dhanavandhini2002p@gmail.com</dc:creator>
  <cp:lastModifiedBy>dhanavandhini2002p@gmail.com</cp:lastModifiedBy>
  <cp:revision>1</cp:revision>
  <dcterms:created xsi:type="dcterms:W3CDTF">2024-09-17T09:56:34Z</dcterms:created>
  <dcterms:modified xsi:type="dcterms:W3CDTF">2024-09-17T16:50:34Z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